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2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4" d="100"/>
          <a:sy n="124" d="100"/>
        </p:scale>
        <p:origin x="84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5EB97-581E-4C41-300E-B7F6C1ADB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3455C6-277C-F79B-7E98-23FB41F36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842DB6-DDEB-C778-DC7A-EA0DC277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2F4E51-6E6B-08C0-340F-29E88DDE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708DCA-622C-8C63-52AD-5F0002C9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259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ACDC1-7B0F-254C-D3BC-9CF03473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CC331B-DB43-4B0B-99D3-E134C68A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ABABC6-A1C0-0352-7806-450B3B2C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513F52-94AA-8CB5-C67D-C63054CE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F0CB8B-7247-2F31-1F75-8BF0154E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42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234C9-F65B-FA16-EA65-A316ED21F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C07BB0-43A5-BB9C-FDEE-5E5D7507E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AEDA79-E8D2-7038-D514-87928767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E1EDDE-E0F9-A7E7-439A-566B82EB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93F165-97FD-2FE0-F560-B54D435D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81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BE54B-25A8-8AD7-CB21-8C396BA8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27AA77-9E90-39D6-A4CE-77460876AD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AA85AF-1F1A-0C03-570E-7ABD0A233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A05773-5539-48E3-57BC-63509B73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65D2B7-0583-C63F-83AB-FDF36914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056640-2B70-3450-BB86-EDBAB8EA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30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68AED3-A653-9A7F-3E7F-E35DF7FB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BCCC9C-94A1-CACF-D065-4C1BC8DB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2110A6-9550-1BE3-3FE3-8FF9C971E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C38EB2-6F78-437B-F73B-6AFAB1AAC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5965CB9-2A3D-00E2-79E4-610C81FCE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FC5BCD-DFC5-C544-AD2E-A096AD5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C7970F3-6D44-AB1E-2B34-EF4C6F2F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1A5298-AE9D-13B1-2020-94C32CBE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489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69B8E-D321-2A12-E9C0-376B3A4A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619C08-D0C0-ADF8-BAA8-C647F477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CDADE3-C93C-92B1-07EE-6B5A5B0C3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A89FEA-0B6B-21C0-58D7-93CC7BEF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309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49517B-D02A-A75A-A5CC-4E590C82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C5EE2B-443A-3D82-04AE-50238E3A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39E037-F61C-2703-955A-3CED97FA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803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9E709-A006-14B2-E66B-561D9D00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ECD74C-0E0D-111D-62F9-B1289C0E3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103E1C-597D-D9E6-597A-B13B129E1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DABD1A-796C-7F09-E723-74EA6DCA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C84B2B-E333-130A-AEFD-548E3BFA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969410-4439-72C4-CB7B-52840CBF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855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3EDDD-7694-8E9F-E05B-EC00E58A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7A479D7-DA53-743B-BA23-3FB0DC1CD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A9F54E-6F2F-C378-05C0-5A70BBA2A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D92FD7-C78E-0103-8595-11CB6988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8FE291-10AA-AFC0-45B0-491658B5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39D509-665D-44FD-8616-61B9FA81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590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7D2CA-A019-5BBE-8052-0DE37F15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9C4D67F-9388-68A3-8662-19D5C56B8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6941AB-EA82-7074-0DDE-3221C289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687212-760A-0D0B-5332-030FDF17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4CBC46-6ACD-65D0-C46D-159202BB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100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4753BE9-978B-5411-8812-6EAB3304E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D3FBFD3-7D2E-D180-4F58-8E408EAE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56338B-1917-C5E0-0A17-109712D5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06A8DE-B312-8C68-637A-854DB12F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B8FD96-F86E-CBE7-0C87-1004846A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517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7893F92-CA63-BAE4-3A7E-1548BB22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43BFD2-4DE3-2FA7-6492-0A3343DEF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21C805-EF6F-2834-DB62-75C01E012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3E5A8-F875-4A7C-BF61-5DFC2F6F1F44}" type="datetimeFigureOut">
              <a:rPr lang="en-CA" smtClean="0"/>
              <a:t>2026-05-30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302A45-6A8C-0952-8CDC-1A9699015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8C0C9F-4586-752A-8612-A03C75DCE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E9881-8418-4E26-8C05-48AA69AF685B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618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52EEE353-1CD7-A7B1-61DA-E69E3096BC72}"/>
              </a:ext>
            </a:extLst>
          </p:cNvPr>
          <p:cNvGrpSpPr/>
          <p:nvPr/>
        </p:nvGrpSpPr>
        <p:grpSpPr>
          <a:xfrm>
            <a:off x="2182560" y="388571"/>
            <a:ext cx="7116888" cy="6080858"/>
            <a:chOff x="2310576" y="54864"/>
            <a:chExt cx="7116888" cy="608085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B02CD0C-5B91-90F0-12B4-1FF75FB302A6}"/>
                </a:ext>
              </a:extLst>
            </p:cNvPr>
            <p:cNvSpPr/>
            <p:nvPr/>
          </p:nvSpPr>
          <p:spPr>
            <a:xfrm>
              <a:off x="4782312" y="2203704"/>
              <a:ext cx="2322576" cy="214884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noProof="0" dirty="0">
                  <a:solidFill>
                    <a:schemeClr val="tx1"/>
                  </a:solidFill>
                </a:rPr>
                <a:t>Seltene Erden</a:t>
              </a:r>
            </a:p>
            <a:p>
              <a:pPr algn="ctr"/>
              <a:r>
                <a:rPr lang="de-DE" b="1" noProof="0" dirty="0">
                  <a:solidFill>
                    <a:schemeClr val="tx1"/>
                  </a:solidFill>
                </a:rPr>
                <a:t>im</a:t>
              </a:r>
            </a:p>
            <a:p>
              <a:pPr algn="ctr"/>
              <a:r>
                <a:rPr lang="de-DE" b="1" noProof="0" dirty="0">
                  <a:solidFill>
                    <a:schemeClr val="tx1"/>
                  </a:solidFill>
                </a:rPr>
                <a:t>Alltag</a:t>
              </a:r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A8AB87C5-A81C-0785-EACF-3468DA4DA991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3959352" y="1536192"/>
              <a:ext cx="1163093" cy="9822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9CFB4B4B-A365-569F-0D1B-73BCC32CF7D6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5943600" y="987552"/>
              <a:ext cx="0" cy="12161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E48533C3-2C15-F4EA-9A6D-8E8EC25EBB29}"/>
                </a:ext>
              </a:extLst>
            </p:cNvPr>
            <p:cNvCxnSpPr>
              <a:endCxn id="4" idx="7"/>
            </p:cNvCxnSpPr>
            <p:nvPr/>
          </p:nvCxnSpPr>
          <p:spPr>
            <a:xfrm flipH="1">
              <a:off x="6764755" y="1536192"/>
              <a:ext cx="934493" cy="9822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1D1E3BF-CA03-6D01-1377-9B6DC7FF5C75}"/>
                </a:ext>
              </a:extLst>
            </p:cNvPr>
            <p:cNvCxnSpPr>
              <a:cxnSpLocks/>
              <a:endCxn id="4" idx="6"/>
            </p:cNvCxnSpPr>
            <p:nvPr/>
          </p:nvCxnSpPr>
          <p:spPr>
            <a:xfrm flipH="1">
              <a:off x="7104888" y="3278124"/>
              <a:ext cx="13075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EB10DD2-8E10-A157-3F1B-CED4B207AC48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 flipH="1" flipV="1">
              <a:off x="6764755" y="4037854"/>
              <a:ext cx="829337" cy="8176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5A2E9F2D-A434-5F2E-5EB3-370DA47E6B49}"/>
                </a:ext>
              </a:extLst>
            </p:cNvPr>
            <p:cNvCxnSpPr>
              <a:cxnSpLocks/>
              <a:endCxn id="4" idx="4"/>
            </p:cNvCxnSpPr>
            <p:nvPr/>
          </p:nvCxnSpPr>
          <p:spPr>
            <a:xfrm flipV="1">
              <a:off x="5943600" y="4352544"/>
              <a:ext cx="0" cy="10058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C30BA2A1-D6EF-82D7-CB53-23D88A2FEC62}"/>
                </a:ext>
              </a:extLst>
            </p:cNvPr>
            <p:cNvCxnSpPr>
              <a:endCxn id="4" idx="3"/>
            </p:cNvCxnSpPr>
            <p:nvPr/>
          </p:nvCxnSpPr>
          <p:spPr>
            <a:xfrm flipV="1">
              <a:off x="4123944" y="4037854"/>
              <a:ext cx="998501" cy="9822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6CF15C1-4AF7-82A8-AF9B-B7F0287B7B51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3300984" y="3278124"/>
              <a:ext cx="148132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0" name="Grafik 29" descr="Lichter an Silhouette">
              <a:extLst>
                <a:ext uri="{FF2B5EF4-FFF2-40B4-BE49-F238E27FC236}">
                  <a16:creationId xmlns:a16="http://schemas.microsoft.com/office/drawing/2014/main" id="{990E2136-74BE-A234-923D-C3DC00CB5E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09544" y="4901184"/>
              <a:ext cx="914400" cy="914400"/>
            </a:xfrm>
            <a:prstGeom prst="rect">
              <a:avLst/>
            </a:prstGeom>
          </p:spPr>
        </p:pic>
        <p:pic>
          <p:nvPicPr>
            <p:cNvPr id="32" name="Grafik 31" descr="Windkraftanlagen Silhouette">
              <a:extLst>
                <a:ext uri="{FF2B5EF4-FFF2-40B4-BE49-F238E27FC236}">
                  <a16:creationId xmlns:a16="http://schemas.microsoft.com/office/drawing/2014/main" id="{7185D45F-3F32-C783-610B-21EC0C986F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98080" y="4836105"/>
              <a:ext cx="914400" cy="914400"/>
            </a:xfrm>
            <a:prstGeom prst="rect">
              <a:avLst/>
            </a:prstGeom>
          </p:spPr>
        </p:pic>
        <p:pic>
          <p:nvPicPr>
            <p:cNvPr id="34" name="Grafik 33" descr="Magnet Silhouette">
              <a:extLst>
                <a:ext uri="{FF2B5EF4-FFF2-40B4-BE49-F238E27FC236}">
                  <a16:creationId xmlns:a16="http://schemas.microsoft.com/office/drawing/2014/main" id="{4ACD9DF0-EF75-B5E9-B9B7-2D57A82E5A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13064" y="2820924"/>
              <a:ext cx="914400" cy="914400"/>
            </a:xfrm>
            <a:prstGeom prst="rect">
              <a:avLst/>
            </a:prstGeom>
          </p:spPr>
        </p:pic>
        <p:pic>
          <p:nvPicPr>
            <p:cNvPr id="40" name="Grafik 39" descr="Auto Silhouette">
              <a:extLst>
                <a:ext uri="{FF2B5EF4-FFF2-40B4-BE49-F238E27FC236}">
                  <a16:creationId xmlns:a16="http://schemas.microsoft.com/office/drawing/2014/main" id="{A675A730-EE9F-5DBA-6614-CEA4BC532F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52913" y="841248"/>
              <a:ext cx="914400" cy="914400"/>
            </a:xfrm>
            <a:prstGeom prst="rect">
              <a:avLst/>
            </a:prstGeom>
          </p:spPr>
        </p:pic>
        <p:pic>
          <p:nvPicPr>
            <p:cNvPr id="42" name="Grafik 41" descr="Computer Silhouette">
              <a:extLst>
                <a:ext uri="{FF2B5EF4-FFF2-40B4-BE49-F238E27FC236}">
                  <a16:creationId xmlns:a16="http://schemas.microsoft.com/office/drawing/2014/main" id="{DD442EFA-E487-2DF5-B00E-EDF5019E82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0576" y="2820924"/>
              <a:ext cx="914400" cy="914400"/>
            </a:xfrm>
            <a:prstGeom prst="rect">
              <a:avLst/>
            </a:prstGeom>
          </p:spPr>
        </p:pic>
        <p:pic>
          <p:nvPicPr>
            <p:cNvPr id="44" name="Grafik 43" descr="Ladender Akku Silhouette">
              <a:extLst>
                <a:ext uri="{FF2B5EF4-FFF2-40B4-BE49-F238E27FC236}">
                  <a16:creationId xmlns:a16="http://schemas.microsoft.com/office/drawing/2014/main" id="{A0B4370A-FC9F-3D0E-18A4-50468B068A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86400" y="5221322"/>
              <a:ext cx="914400" cy="914400"/>
            </a:xfrm>
            <a:prstGeom prst="rect">
              <a:avLst/>
            </a:prstGeom>
          </p:spPr>
        </p:pic>
        <p:pic>
          <p:nvPicPr>
            <p:cNvPr id="46" name="Grafik 45" descr="Kamera Silhouette">
              <a:extLst>
                <a:ext uri="{FF2B5EF4-FFF2-40B4-BE49-F238E27FC236}">
                  <a16:creationId xmlns:a16="http://schemas.microsoft.com/office/drawing/2014/main" id="{BC4AC71D-E8CB-B063-1E01-D0410CFF40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044952" y="896112"/>
              <a:ext cx="914400" cy="914400"/>
            </a:xfrm>
            <a:prstGeom prst="rect">
              <a:avLst/>
            </a:prstGeom>
          </p:spPr>
        </p:pic>
        <p:pic>
          <p:nvPicPr>
            <p:cNvPr id="48" name="Grafik 47" descr="Telefon-Vibration Silhouette">
              <a:extLst>
                <a:ext uri="{FF2B5EF4-FFF2-40B4-BE49-F238E27FC236}">
                  <a16:creationId xmlns:a16="http://schemas.microsoft.com/office/drawing/2014/main" id="{FD59CF79-E74D-6AFE-1E38-C1FC503622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86400" y="5486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830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4354-CF45-2820-E958-CBF61211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58A4C33-490C-1A0D-D4E0-5E990CD9DDB1}"/>
              </a:ext>
            </a:extLst>
          </p:cNvPr>
          <p:cNvGrpSpPr/>
          <p:nvPr/>
        </p:nvGrpSpPr>
        <p:grpSpPr>
          <a:xfrm>
            <a:off x="2292288" y="388571"/>
            <a:ext cx="7116888" cy="6080858"/>
            <a:chOff x="2310576" y="54864"/>
            <a:chExt cx="7116888" cy="608085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14C2DEC-C00E-672B-5FBE-3792F622EEE3}"/>
                </a:ext>
              </a:extLst>
            </p:cNvPr>
            <p:cNvSpPr/>
            <p:nvPr/>
          </p:nvSpPr>
          <p:spPr>
            <a:xfrm>
              <a:off x="4782312" y="2203704"/>
              <a:ext cx="2322576" cy="214884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dirty="0">
                  <a:solidFill>
                    <a:schemeClr val="tx1"/>
                  </a:solidFill>
                </a:rPr>
                <a:t>Rare Earths</a:t>
              </a:r>
            </a:p>
            <a:p>
              <a:pPr algn="ctr"/>
              <a:r>
                <a:rPr lang="en-CA" b="1" dirty="0">
                  <a:solidFill>
                    <a:schemeClr val="tx1"/>
                  </a:solidFill>
                </a:rPr>
                <a:t>in</a:t>
              </a:r>
            </a:p>
            <a:p>
              <a:pPr algn="ctr"/>
              <a:r>
                <a:rPr lang="en-CA" b="1" dirty="0">
                  <a:solidFill>
                    <a:schemeClr val="tx1"/>
                  </a:solidFill>
                </a:rPr>
                <a:t>everyday life</a:t>
              </a:r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A09B8BDA-DE99-F73F-7B35-43B767547970}"/>
                </a:ext>
              </a:extLst>
            </p:cNvPr>
            <p:cNvCxnSpPr>
              <a:endCxn id="4" idx="1"/>
            </p:cNvCxnSpPr>
            <p:nvPr/>
          </p:nvCxnSpPr>
          <p:spPr>
            <a:xfrm>
              <a:off x="3959352" y="1536192"/>
              <a:ext cx="1163093" cy="9822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13E1AFA-5477-2634-B8E3-E591DBDDDF1A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5943600" y="987552"/>
              <a:ext cx="0" cy="12161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8527DE0E-644F-F26B-ADB7-567805586A95}"/>
                </a:ext>
              </a:extLst>
            </p:cNvPr>
            <p:cNvCxnSpPr>
              <a:endCxn id="4" idx="7"/>
            </p:cNvCxnSpPr>
            <p:nvPr/>
          </p:nvCxnSpPr>
          <p:spPr>
            <a:xfrm flipH="1">
              <a:off x="6764755" y="1536192"/>
              <a:ext cx="934493" cy="9822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33F49A31-1F7E-C146-3D51-BF299B5E7C7C}"/>
                </a:ext>
              </a:extLst>
            </p:cNvPr>
            <p:cNvCxnSpPr>
              <a:cxnSpLocks/>
              <a:endCxn id="4" idx="6"/>
            </p:cNvCxnSpPr>
            <p:nvPr/>
          </p:nvCxnSpPr>
          <p:spPr>
            <a:xfrm flipH="1">
              <a:off x="7104888" y="3278124"/>
              <a:ext cx="13075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10E59D2-D37B-8483-A1B2-30C821548789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 flipH="1" flipV="1">
              <a:off x="6764755" y="4037854"/>
              <a:ext cx="829337" cy="8176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47432D31-BB9A-7531-5510-C9939C056AFD}"/>
                </a:ext>
              </a:extLst>
            </p:cNvPr>
            <p:cNvCxnSpPr>
              <a:cxnSpLocks/>
              <a:endCxn id="4" idx="4"/>
            </p:cNvCxnSpPr>
            <p:nvPr/>
          </p:nvCxnSpPr>
          <p:spPr>
            <a:xfrm flipV="1">
              <a:off x="5943600" y="4352544"/>
              <a:ext cx="0" cy="10058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93433282-A1A8-DAF1-6828-41546F37EDAE}"/>
                </a:ext>
              </a:extLst>
            </p:cNvPr>
            <p:cNvCxnSpPr>
              <a:endCxn id="4" idx="3"/>
            </p:cNvCxnSpPr>
            <p:nvPr/>
          </p:nvCxnSpPr>
          <p:spPr>
            <a:xfrm flipV="1">
              <a:off x="4123944" y="4037854"/>
              <a:ext cx="998501" cy="9822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ACF2C18C-127D-AA2C-F439-687B2B11FFC4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3300984" y="3278124"/>
              <a:ext cx="148132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0" name="Grafik 29" descr="Lichter an Silhouette">
              <a:extLst>
                <a:ext uri="{FF2B5EF4-FFF2-40B4-BE49-F238E27FC236}">
                  <a16:creationId xmlns:a16="http://schemas.microsoft.com/office/drawing/2014/main" id="{280C24FA-521A-B7AF-F82A-1ABC7A8E53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09544" y="4901184"/>
              <a:ext cx="914400" cy="914400"/>
            </a:xfrm>
            <a:prstGeom prst="rect">
              <a:avLst/>
            </a:prstGeom>
          </p:spPr>
        </p:pic>
        <p:pic>
          <p:nvPicPr>
            <p:cNvPr id="32" name="Grafik 31" descr="Windkraftanlagen Silhouette">
              <a:extLst>
                <a:ext uri="{FF2B5EF4-FFF2-40B4-BE49-F238E27FC236}">
                  <a16:creationId xmlns:a16="http://schemas.microsoft.com/office/drawing/2014/main" id="{9D5DCAAB-6C87-AA2D-4F4D-A942920F9F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98080" y="4836105"/>
              <a:ext cx="914400" cy="914400"/>
            </a:xfrm>
            <a:prstGeom prst="rect">
              <a:avLst/>
            </a:prstGeom>
          </p:spPr>
        </p:pic>
        <p:pic>
          <p:nvPicPr>
            <p:cNvPr id="34" name="Grafik 33" descr="Magnet Silhouette">
              <a:extLst>
                <a:ext uri="{FF2B5EF4-FFF2-40B4-BE49-F238E27FC236}">
                  <a16:creationId xmlns:a16="http://schemas.microsoft.com/office/drawing/2014/main" id="{D64FDFC4-C768-7C38-DA65-F672FEF0D8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13064" y="2820924"/>
              <a:ext cx="914400" cy="914400"/>
            </a:xfrm>
            <a:prstGeom prst="rect">
              <a:avLst/>
            </a:prstGeom>
          </p:spPr>
        </p:pic>
        <p:pic>
          <p:nvPicPr>
            <p:cNvPr id="40" name="Grafik 39" descr="Auto Silhouette">
              <a:extLst>
                <a:ext uri="{FF2B5EF4-FFF2-40B4-BE49-F238E27FC236}">
                  <a16:creationId xmlns:a16="http://schemas.microsoft.com/office/drawing/2014/main" id="{6A0DFD90-08A8-9AF0-09C4-557161552F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52913" y="841248"/>
              <a:ext cx="914400" cy="914400"/>
            </a:xfrm>
            <a:prstGeom prst="rect">
              <a:avLst/>
            </a:prstGeom>
          </p:spPr>
        </p:pic>
        <p:pic>
          <p:nvPicPr>
            <p:cNvPr id="42" name="Grafik 41" descr="Computer Silhouette">
              <a:extLst>
                <a:ext uri="{FF2B5EF4-FFF2-40B4-BE49-F238E27FC236}">
                  <a16:creationId xmlns:a16="http://schemas.microsoft.com/office/drawing/2014/main" id="{5A9265B2-B084-86D6-972C-68B3E4C35D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0576" y="2820924"/>
              <a:ext cx="914400" cy="914400"/>
            </a:xfrm>
            <a:prstGeom prst="rect">
              <a:avLst/>
            </a:prstGeom>
          </p:spPr>
        </p:pic>
        <p:pic>
          <p:nvPicPr>
            <p:cNvPr id="44" name="Grafik 43" descr="Ladender Akku Silhouette">
              <a:extLst>
                <a:ext uri="{FF2B5EF4-FFF2-40B4-BE49-F238E27FC236}">
                  <a16:creationId xmlns:a16="http://schemas.microsoft.com/office/drawing/2014/main" id="{36B7BB3B-8C9A-DEE9-EF3D-8E9BD23DB4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86400" y="5221322"/>
              <a:ext cx="914400" cy="914400"/>
            </a:xfrm>
            <a:prstGeom prst="rect">
              <a:avLst/>
            </a:prstGeom>
          </p:spPr>
        </p:pic>
        <p:pic>
          <p:nvPicPr>
            <p:cNvPr id="46" name="Grafik 45" descr="Kamera Silhouette">
              <a:extLst>
                <a:ext uri="{FF2B5EF4-FFF2-40B4-BE49-F238E27FC236}">
                  <a16:creationId xmlns:a16="http://schemas.microsoft.com/office/drawing/2014/main" id="{D1C9E42A-D50F-A718-ED20-7E2AE56C0C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044952" y="896112"/>
              <a:ext cx="914400" cy="914400"/>
            </a:xfrm>
            <a:prstGeom prst="rect">
              <a:avLst/>
            </a:prstGeom>
          </p:spPr>
        </p:pic>
        <p:pic>
          <p:nvPicPr>
            <p:cNvPr id="48" name="Grafik 47" descr="Telefon-Vibration Silhouette">
              <a:extLst>
                <a:ext uri="{FF2B5EF4-FFF2-40B4-BE49-F238E27FC236}">
                  <a16:creationId xmlns:a16="http://schemas.microsoft.com/office/drawing/2014/main" id="{E57B0349-B994-2CB4-21C0-2DD47E3884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86400" y="5486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2701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Aleksandar Lubinic</dc:creator>
  <cp:lastModifiedBy>Aleksandar Lubinic</cp:lastModifiedBy>
  <cp:revision>1</cp:revision>
  <dcterms:created xsi:type="dcterms:W3CDTF">2026-05-30T10:40:58Z</dcterms:created>
  <dcterms:modified xsi:type="dcterms:W3CDTF">2026-05-30T10:48:55Z</dcterms:modified>
</cp:coreProperties>
</file>