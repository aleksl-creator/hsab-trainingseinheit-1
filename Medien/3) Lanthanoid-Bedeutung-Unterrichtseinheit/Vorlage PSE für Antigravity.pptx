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3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Logo"/>
          <p:cNvPicPr/>
          <p:nvPr/>
        </p:nvPicPr>
        <p:blipFill>
          <a:blip/>
          <a:stretch/>
        </p:blipFill>
        <p:spPr>
          <a:xfrm>
            <a:off x="7086600" y="152280"/>
            <a:ext cx="1870200" cy="3556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609480" y="4648320"/>
            <a:ext cx="8077320" cy="4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40" name="CustomShape 2"/>
          <p:cNvSpPr/>
          <p:nvPr/>
        </p:nvSpPr>
        <p:spPr>
          <a:xfrm>
            <a:off x="533520" y="5867280"/>
            <a:ext cx="8381880" cy="99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/>
          <a:lstStyle/>
          <a:p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DOI: (10.1021/sc500573b) </a:t>
            </a:r>
          </a:p>
        </p:txBody>
      </p:sp>
      <p:sp>
        <p:nvSpPr>
          <p:cNvPr id="41" name="Line 3"/>
          <p:cNvSpPr/>
          <p:nvPr/>
        </p:nvSpPr>
        <p:spPr>
          <a:xfrm>
            <a:off x="457200" y="6170760"/>
            <a:ext cx="8381880" cy="1440"/>
          </a:xfrm>
          <a:prstGeom prst="line">
            <a:avLst/>
          </a:prstGeom>
          <a:ln w="32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42" name="Main graphic"/>
          <p:cNvPicPr/>
          <p:nvPr/>
        </p:nvPicPr>
        <p:blipFill>
          <a:blip r:embed="rId2"/>
          <a:srcRect b="11761"/>
          <a:stretch>
            <a:fillRect/>
          </a:stretch>
        </p:blipFill>
        <p:spPr>
          <a:xfrm>
            <a:off x="676656" y="685800"/>
            <a:ext cx="7857864" cy="462686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0768AC01-456E-41D8-D6D2-90E7BB0646F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946952"/>
            <a:ext cx="8229240" cy="1144800"/>
          </a:xfrm>
        </p:spPr>
        <p:txBody>
          <a:bodyPr/>
          <a:lstStyle/>
          <a:p>
            <a:r>
              <a:rPr lang="en-US" i="1" dirty="0"/>
              <a:t>ACS Sustainable Chem. Eng.</a:t>
            </a:r>
            <a:r>
              <a:rPr lang="en-US" dirty="0"/>
              <a:t> 2015, 3, 2, 237-244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1783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</Words>
  <Application>Microsoft Office PowerPoint</Application>
  <PresentationFormat>Bildschirmpräsentation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Aleksandar Lubinic</dc:creator>
  <dc:description/>
  <cp:lastModifiedBy>Aleksandar Lubinic</cp:lastModifiedBy>
  <cp:revision>3</cp:revision>
  <dcterms:modified xsi:type="dcterms:W3CDTF">2026-05-31T15:37:48Z</dcterms:modified>
  <dc:language>en-US</dc:language>
</cp:coreProperties>
</file>